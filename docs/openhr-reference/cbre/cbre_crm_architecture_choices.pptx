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371600" cy="73152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CBRE CRM: Architecture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7E88F"/>
                </a:solidFill>
              </a:defRPr>
            </a:pPr>
            <a:r>
              <a:t>OSS core + semantic layer + knowledge graph: an AI-ready target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D4DC"/>
                </a:solidFill>
              </a:defRPr>
            </a:pPr>
            <a:r>
              <a:t>Author: Michael Palys  |  2026-04-24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Where CBRE is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C7989"/>
                </a:solidFill>
              </a:defRPr>
            </a:pPr>
            <a:r>
              <a:t>The as-is: read-only analytics sitting on top of an opaque system of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Tableau front-ends layered on SharePoint -- good to see, bad to act.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Proprietary CRM / project tool underneath -- old, isolated, a single point of risk.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Tableau and the proprietary CRM do not talk to each other.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Salesforce gravity is real in the estate -- sales and finance trust it.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Design ambition: React-Native + Material UI based on the new CBRE design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The three functional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C7989"/>
                </a:solidFill>
              </a:defRPr>
            </a:pPr>
            <a:r>
              <a:t>All three asks are real -- they are not the same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Executive dashboards that let leaders see the business AND kick off workflows -- a "system of action".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Account maintenance -- creation, setup, ownership, lifecycle.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CRM / project management -- pipelines, deals, work packages, timelines.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Two failure modes on the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57784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577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F2D"/>
                </a:solidFill>
              </a:defRPr>
            </a:pPr>
            <a:r>
              <a:t>Fail mode A: Let Salesforce rebuild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Multi-quarter delivery before basics are live.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License + SI + customisation -- seven-figure run rate.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Hard to unwind later. Lock-in tightens while AI rearranges vendor economics.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Data egress, AI SKUs, storage limits -- not your knobs.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Fine for pipeline. Wrong for the whole estate.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57784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325880"/>
            <a:ext cx="5577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4A9D"/>
                </a:solidFill>
              </a:defRPr>
            </a:pPr>
            <a:r>
              <a:t>Fail mode B: Full custom composable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92024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You rebuild accounts, permissions, workflow, reports from zero.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Classic multi-year enterprise programme that never finishes.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80% of what you build is undifferentiated.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Great engineering team evaporates maintaining glue.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Avoid by standing on an OSS substrate (Frappe CRM) -- learn domain features from specialist CRE SaaS like Enaia.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Why open-source beats a Salesforce-led rebuild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C7989"/>
                </a:solidFill>
              </a:defRPr>
            </a:pPr>
            <a:r>
              <a:t>Not free in year one. Dramatically cheaper across years two to five.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Atlassian lesson: an "extensible platform" you don't own can pivot (Server to Cloud) and invalidate years of customisation overnight.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With OSS you own the schema, the upgrade cadence, and the exit cost.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AI value is moving to whoever has the data. Keep the data on your side of the line.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Extensions are code you wrote, not apps you rent -- no marketplace-churn tax.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Exit cost becomes the cost of moving a Postgres database, not a re-platform.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OSS reference stacks -- honest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743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Frappe CRM (Py / Vue)</a:t>
                      </a:r>
                    </a:p>
                  </a:txBody>
                  <a:tcPr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Plane (TS)</a:t>
                      </a:r>
                    </a:p>
                  </a:txBody>
                  <a:tcPr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OpenProject (Rails)</a:t>
                      </a:r>
                    </a:p>
                  </a:txBody>
                  <a:tcPr>
                    <a:solidFill>
                      <a:srgbClr val="003F2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Domain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Sales CRM (leads, deals, calls, SLAs)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Project / issue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Project / portfolio / Gantt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Language / stack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Python + Vue 3 + MariaDB / PG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Next.js + Django + PG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Rails + Angular + PG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Licence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AGPL-3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AGPL-3 (+ Enterprise tier)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GPL-3 (+ Enterprise add-ons)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Extensibility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Metadata-driven DocTypes -- no fork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Code forks; plugin API young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Ruby plugins; Rails skills scarce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Multi-tenant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Sites-per-tenant, each own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Workspaces inside one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Typically single-tenant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Integrations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Twilio, WhatsApp, ERPNext, IMAP/SMTP, webhooks, RPC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REST + webhooks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REST + webhooks; SAML/LDAP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CBRE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Closest infra match -- CRM + extensible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No -- not a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Good for projects, heavy to extend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Target architecture: OSS core + semantic layer + AI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rget_c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69" y="1097280"/>
            <a:ext cx="6186756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989"/>
                </a:solidFill>
              </a:defRPr>
            </a:pPr>
            <a:r>
              <a:t>BFF + event bus + semantic layer (knowledge graph + CRE ontology). OSS core is the durable asset. AI agents reason over the ontology.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Why this shape specifically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OSS core (Frappe CRM) is the system of record for accounts, projects, workflows -- a Postgres schema you own.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Salesforce stays, but only for sales pipeline. SF becomes a consumer of accounts, not the master.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A thin BFF + event bus is the integration surface. Swap or upgrade the OSS core later without touching clients.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Tableau becomes read-only, fed from the event bus / warehouse. It stops being the front door.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Learn from best-in-class CRE SaaS (e.g. Enaia) for domain UX, workflows, data models -- build those features on the OSS core you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Semantic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E88F"/>
                </a:solidFill>
              </a:defRPr>
            </a:pPr>
            <a:r>
              <a:t>Knowledge graph + CRE ontology: the AI-readiness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Why a semantic layer, not just a warehouse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C7989"/>
                </a:solidFill>
              </a:defRPr>
            </a:pPr>
            <a:r>
              <a:t>The single most important structural decision for AI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Snowflake stores facts as rows. A knowledge graph stores facts AND their relationships.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"Account A holds Lease B on Property C in Market D managed by Broker E" -- that is a graph, not a table.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AI agents traverse context in a graph; they issue sequential SQL queries against a warehouse. Graph wins for reasoning.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For a commercial real-estate business, the entity graph IS the business.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The semantic layer sits between operational systems (CRM, SF, SharePoint) and AI -- single source of connected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CRE Ontology (OWL / SHACL): the domain vocabulary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743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Ontology class</a:t>
                      </a:r>
                    </a:p>
                  </a:txBody>
                  <a:tcPr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represents</a:t>
                      </a:r>
                    </a:p>
                  </a:txBody>
                  <a:tcPr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Key relationships</a:t>
                      </a:r>
                    </a:p>
                  </a:txBody>
                  <a:tcPr>
                    <a:solidFill>
                      <a:srgbClr val="003F2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cre:Property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Physical asset -- building, floor,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hasLease, inMarket, managedBy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cre:Lease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Contractual tenancy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hasTenant, onProperty, hasTerm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cre:Tenant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Occupier 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holdsLease, linkedAccount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cre:Market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Geographic / sector market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containsProperty, hasComps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cre:BrokerEngagement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Advisory mandate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forAccount, onProperty, assignedBroker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cre:Portfolio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Grouped set of properties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containsProperty, ownedBy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cre:Comp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Comparable 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02C"/>
                          </a:solidFill>
                        </a:rPr>
                        <a:t>inMarket, forPropertyType, atPrice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Entity resolver: golden-record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Accounts live in CRM, Salesforce, SharePoint, and Snowflake -- often under different names.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"CBRE Global Investors", "CBRE GI", and Salesforce Account #00341 resolve to one node in the graph.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Fuzzy matching + deterministic rules (tax ID, DUNS, domain) across all sources.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CDC events from CRM and SF feed the resolver continuously -- the graph stays current without batch ETL.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This is the prerequisite for any AI agent that needs to answer questions spanning multiple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E88F"/>
                </a:solidFill>
              </a:defRPr>
            </a:pPr>
            <a:r>
              <a:t>Autonomous reasoning over the knowledge graph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AI agents: what the ontology enables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C7989"/>
                </a:solidFill>
              </a:defRPr>
            </a:pPr>
            <a:r>
              <a:t>The ontology is the stable contract between your data and whatever AI runs on top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Research: "Pull all lease expirations in the next 18 months for Portfolio X, find comps, draft a renewal strategy." Graph traversal, not API calls.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Underwriting: "Given this property and market comps, score the deal." Agent reads the ontology to know what a comp is.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Comp analysis: find the five most relevant comparables for a lease. Traverses cre:Comp -&gt; cre:Market -&gt; cre:PropertyType.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Tool registry (MCP) gives agents structured write-back into CRM, SF, and the KG -- ontology-typed actions, not raw SQL.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When new AI capabilities arrive (planning, multi-step reasoning), the ontology is already there. Upgrade models, not data structures.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Sequencing: 12 months, semantic layer + AI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280160" cy="594360"/>
          </a:xfrm>
          <a:prstGeom prst="round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26187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989"/>
                </a:solidFill>
              </a:defRPr>
            </a:pPr>
            <a:r>
              <a:t>Wk 0-4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26187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02C"/>
                </a:solidFill>
              </a:defRPr>
            </a:pPr>
            <a:r>
              <a:t>Foundations: BFF, event bus, SSO, design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01952"/>
            <a:ext cx="1280160" cy="594360"/>
          </a:xfrm>
          <a:prstGeom prst="round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75104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989"/>
                </a:solidFill>
              </a:defRPr>
            </a:pPr>
            <a:r>
              <a:t>Wk 4-10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751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02C"/>
                </a:solidFill>
              </a:defRPr>
            </a:pPr>
            <a:r>
              <a:t>Executive dashboard on React Native -- reads SF + legacy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15184"/>
            <a:ext cx="1280160" cy="594360"/>
          </a:xfrm>
          <a:prstGeom prst="round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88336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989"/>
                </a:solidFill>
              </a:defRPr>
            </a:pPr>
            <a:r>
              <a:t>Wk 8-16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88336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02C"/>
                </a:solidFill>
              </a:defRPr>
            </a:pPr>
            <a:r>
              <a:t>Frappe CRM pilot -- benchmark against specialist CRE SaaS (e.g. Enaia)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28416"/>
            <a:ext cx="1280160" cy="594360"/>
          </a:xfrm>
          <a:prstGeom prst="round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01568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989"/>
                </a:solidFill>
              </a:defRPr>
            </a:pPr>
            <a:r>
              <a:t>Wk 16-20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01568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02C"/>
                </a:solidFill>
              </a:defRPr>
            </a:pPr>
            <a:r>
              <a:t>CRE DocTypes (Property, Lease, BrokerEngagement) on Frappe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41648"/>
            <a:ext cx="1280160" cy="594360"/>
          </a:xfrm>
          <a:prstGeom prst="round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148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989"/>
                </a:solidFill>
              </a:defRPr>
            </a:pPr>
            <a:r>
              <a:t>Wk 18-30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1480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02C"/>
                </a:solidFill>
              </a:defRPr>
            </a:pPr>
            <a:r>
              <a:t>Accounts mastered + CRE ontology v1 + knowledge graph seeded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1280160" cy="594360"/>
          </a:xfrm>
          <a:prstGeom prst="round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2803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989"/>
                </a:solidFill>
              </a:defRPr>
            </a:pPr>
            <a:r>
              <a:t>Wk 30-42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2803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02C"/>
                </a:solidFill>
              </a:defRPr>
            </a:pPr>
            <a:r>
              <a:t>AI agents + KG traversal: comp analysis, lease alerts, research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68112"/>
            <a:ext cx="1280160" cy="594360"/>
          </a:xfrm>
          <a:prstGeom prst="roundRect">
            <a:avLst/>
          </a:prstGeom>
          <a:solidFill>
            <a:srgbClr val="00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541264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989"/>
                </a:solidFill>
              </a:defRPr>
            </a:pPr>
            <a:r>
              <a:t>Wk 42-52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54126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02C"/>
                </a:solidFill>
              </a:defRPr>
            </a:pPr>
            <a:r>
              <a:t>Full workflow move; ontology extended; multi-agent orchestration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What NOT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Do not let Salesforce lead a greenfield rebuild of account + project management.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Do not pick 'fully custom composable platform' on day one -- use Frappe CRM for the 80%, learn CRE domain features from specialist SaaS like Enaia for the 20%.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Do not treat Tableau as the action layer. Tableau is a read model.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Do not skip the knowledge graph -- without the ontology, you get summarisation, not reasoning.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Do not skip the event bus -- it is the piece that makes every later swap cheap.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Reference runtime shape: Python back-end, Vue front-end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erence_oss_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99" y="1097280"/>
            <a:ext cx="9764297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989"/>
                </a:solidFill>
              </a:defRPr>
            </a:pPr>
            <a:r>
              <a:t>Frappe-shaped: Vue 3 SPA + Python web workers + RQ queue + Redis + MariaDB/Postgres + per-site file store.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Architecture option: Exec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exec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60175" cy="2860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989"/>
                </a:solidFill>
              </a:defRPr>
            </a:pPr>
            <a:r>
              <a:t>Executive view: three layers, one sentence each. For senior stakeholders who need the shape, not the detail.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Architecture option: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60175" cy="3446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989"/>
                </a:solidFill>
              </a:defRPr>
            </a:pPr>
            <a:r>
              <a:t>Data flow view: how information moves from source systems through the semantic layer to AI agents and dashboards.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Architecture option: Ai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ai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419" y="1097280"/>
            <a:ext cx="6740857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989"/>
                </a:solidFill>
              </a:defRPr>
            </a:pPr>
            <a:r>
              <a:t>AI stack view: from raw data through ontology and knowledge graph to autonomous agent actions.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Architecture option: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518" y="1097280"/>
            <a:ext cx="572665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989"/>
                </a:solidFill>
              </a:defRPr>
            </a:pPr>
            <a:r>
              <a:t>Integration view: what connects to what, with the event bus and BFF as the two seams.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F2D"/>
                </a:solidFill>
              </a:defRPr>
            </a:pPr>
            <a:r>
              <a:t>The decision in one paragraph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17E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Keep Salesforce for pipeline.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Move accounts and projects onto a Frappe CRM open-source core -- learning domain features from best-in-class CRE SaaS like Enaia.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Put a BFF, event bus, and knowledge graph between systems. Layer a CRE ontology (OWL/SHACL) so AI agents reason over the full entity graph.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React-Native Material UI on top. Tableau goes read-only. Proprietary CRM is sunset over 12 months.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</a:defRPr>
            </a:pPr>
            <a:r>
              <a:t>Exit cost at any future point is a Postgres export + a portable ontology -- not a re-platform.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