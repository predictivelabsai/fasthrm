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FastHRM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https://hrm.fastsme.com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**FastHRM** is an open-source **HR system** built with — a server-side, HTMX-driven port of the core of , scoped to three pillars: **people** (employee directory + departments), **time** (leave + attendance), and **pay** (payslips). Python-first, no JavaScript framework, with an AI assistant grounded in the live (synth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A clearer home for every people process.</a:t>
            </a:r>
          </a:p>
        </p:txBody>
      </p:sp>
      <p:pic>
        <p:nvPicPr>
          <p:cNvPr id="3" name="Picture 2" descr="01-a-clearer-home-for-every-people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PEOPLE OPERATIONS A clearer home for every people process. Manage employee records, departments, leave, attendance, payroll, and payslips without enterprise-suite overhead. Sign In or Register Explore the open-source suite → Product tour · people, time, pay, p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https://hrm.fastsme.com/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Every people feature. Free.</a:t>
            </a:r>
          </a:p>
        </p:txBody>
      </p:sp>
      <p:pic>
        <p:nvPicPr>
          <p:cNvPr id="3" name="Picture 2" descr="02-every-people-feature-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FEATURES &amp; PRICING Every people feature. Free. Use the modules that are ready today and see what is coming next. There are no paid tiers or per-module upgrades. 15 available features 9 coming soon Free across the catalogue Feature catalogue Availability reflec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https://hrm.fastsme.com/features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A clearer home for every people process.</a:t>
            </a:r>
          </a:p>
        </p:txBody>
      </p:sp>
      <p:pic>
        <p:nvPicPr>
          <p:cNvPr id="3" name="Picture 2" descr="03-a-clearer-home-for-every-people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PEOPLE OPERATIONS A clearer home for every people process. Manage employee records, departments, leave, attendance, payroll, and payslips without enterprise-suite overhead. Sign In or Register Explore the open-source suite → Product tour · people, time, pay, p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https://hrm.fastsme.com/login?next=%2F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Free and open by default.</a:t>
            </a:r>
          </a:p>
        </p:txBody>
      </p:sp>
      <p:pic>
        <p:nvPicPr>
          <p:cNvPr id="3" name="Picture 2" descr="04-free-and-open-by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HOW WE COMPARE Free and open by default. A source-linked comparison of FastHRM with six close alternatives. Software price, source availability and operating costs are shown separately. Free FastHRM features MIT open-source licence No paid tiers Public pricing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https://hrm.fastsme.com/compare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